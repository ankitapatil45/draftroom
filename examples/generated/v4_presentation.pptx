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progress every two weeks with the project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results against the agreed starting point, test changes before release, and complete a security review before using production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decisions and sources easy to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progress every two weeks with the project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results against the agreed starting point, test changes before release, and complete a security review before using production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Georgi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latin typeface="Calibri"/>
              </a:rPr>
              <a:t>Second level</a:t>
            </a:r>
          </a:p>
          <a:p>
            <a:pPr lvl="2"/>
            <a:r>
              <a:rPr lang="en-US" smtClean="0">
                <a:latin typeface="Calibri"/>
              </a:rPr>
              <a:t>Third level</a:t>
            </a:r>
          </a:p>
          <a:p>
            <a:pPr lvl="3"/>
            <a:r>
              <a:rPr lang="en-US" smtClean="0">
                <a:latin typeface="Calibri"/>
              </a:rPr>
              <a:t>Fourth level</a:t>
            </a:r>
          </a:p>
          <a:p>
            <a:pPr lvl="4"/>
            <a:r>
              <a:rPr lang="en-US" smtClean="0"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Latest Generative AI trends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from the available 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Track results against the agreed starting point, test changes before release, and complete a… [1]</a:t>
            </a:r>
          </a:p>
          <a:p>
            <a:r>
              <a:t>Keep decisions and sources easy to audit. [1]</a:t>
            </a:r>
          </a:p>
          <a:p>
            <a:r>
              <a:t>Review progress every two weeks with the project owner. [1]</a:t>
            </a:r>
          </a:p>
          <a:p>
            <a:r>
              <a:t>Track results against the agreed starting point, test changes before release, and complete a… [1]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simple… [2]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Track results against the agreed starting point, test changes before release, and complete a… [1]</a:t>
            </a:r>
          </a:p>
          <a:p>
            <a:r>
              <a:t>Keep a person in the review loop, use approved information, and record where answers… 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Keep decisions and sources easy to audit. [1]</a:t>
            </a:r>
          </a:p>
          <a:p>
            <a:r>
              <a:t>Expand only after the pilot shows clear value. [2]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 and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simple… [2]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Track results against the agreed starting point, test changes before release, and complete a… [1]</a:t>
            </a:r>
          </a:p>
          <a:p>
            <a:r>
              <a:t>Keep a person in the review loop, use approved information, and record where answers… [2]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6: delivery governance (delivery_governance.md)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simple… [2]</a:t>
            </a:r>
          </a:p>
          <a:p>
            <a:r>
              <a:t>Track results against the agreed starting point, test changes before release, and complete a… [1]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7: genai enterprise playbook (genai_enterprise_playbook.md)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Keep a person in the review loop, use approved information, and record where answers… [2]</a:t>
            </a:r>
          </a:p>
          <a:p>
            <a:r>
              <a:t>Keep decisions and sources easy to audit. [1]</a:t>
            </a:r>
          </a:p>
          <a:p>
            <a:r>
              <a:t>Expand only after the pilot shows clear value. [2]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8: delivery governance (delivery_governance.md)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simple… [2]</a:t>
            </a:r>
          </a:p>
          <a:p>
            <a:r>
              <a:t>Track results against the agreed starting point, test changes before release, and complete a… [1]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9: genai enterprise playbook (genai_enterprise_playbook.md)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Keep a person in the review loop, use approved information, and record where answers… [2]</a:t>
            </a:r>
          </a:p>
          <a:p>
            <a:r>
              <a:t>Keep decisions and sources easy to audit. [1]</a:t>
            </a:r>
          </a:p>
          <a:p>
            <a:r>
              <a:t>Expand only after the pilot shows clear value. [2]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10: delivery governance (delivery_governance.md)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Review progress every two weeks with the project owner. [1]</a:t>
            </a:r>
          </a:p>
          <a:p>
            <a:r>
              <a:t>For a first AI pilot, choose one repeated task and agree on a simple… [2]</a:t>
            </a:r>
          </a:p>
          <a:p>
            <a:r>
              <a:t>Track results against the agreed starting point, test changes before release, and complete a… [1]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Project Checkpoints. [1]</a:t>
            </a:r>
          </a:p>
          <a:p>
            <a:r>
              <a:t>AI Pilot Notes. [2]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200"/>
              <a:t>[1] delivery governance (delivery_governance.md)</a:t>
            </a:r>
          </a:p>
          <a:p>
            <a:r>
              <a:rPr sz="1200"/>
              <a:t>[2] genai enterprise playbook (genai_enterprise_playbook.md)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