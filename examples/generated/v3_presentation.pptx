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 [1] For a first AI pilot, choose one repeated task and agree on a simple measure of success.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 [1] Keep a person in the review loop, use approved information, and record where answers come from.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decisions and sources easy to audit. [1] Expand only after the pilot shows clear value.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 [1] For a first AI pilot, choose one repeated task and agree on a simple measure of success.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 [1] Keep a person in the review loop, use approved information, and record where answers come from.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Latest Generative AI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from the available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Track results against the agreed starting point, test changes before release, and complete a security review… [1]</a:t>
            </a:r>
          </a:p>
          <a:p>
            <a:r>
              <a:rPr sz="1800"/>
              <a:t>Keep decisions and sources easy to audit. [1]</a:t>
            </a:r>
          </a:p>
          <a:p>
            <a:r>
              <a:rPr sz="1800"/>
              <a:t>Review progress every two weeks with the project owner. [1]</a:t>
            </a:r>
          </a:p>
          <a:p>
            <a:r>
              <a:rPr sz="1800"/>
              <a:t>Track results against the agreed starting point, test changes before release, and complete a security review…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 measure of… [2]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 security review… [1]</a:t>
            </a:r>
          </a:p>
          <a:p>
            <a:r>
              <a:t>Keep a person in the review loop, use approved information, and record where answers come from.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and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 measure of… [2]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 security review… [1]</a:t>
            </a:r>
          </a:p>
          <a:p>
            <a:r>
              <a:t>Keep a person in the review loop, use approved information, and record where answers come from. [2]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6: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7: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8: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9: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10: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Project Checkpoints. [1]</a:t>
            </a:r>
          </a:p>
          <a:p>
            <a:r>
              <a:t>AI Pilot Notes. [2]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200"/>
              <a:t>[1] delivery governance (delivery_governance.md)</a:t>
            </a:r>
          </a:p>
          <a:p>
            <a:r>
              <a:rPr sz="1200"/>
              <a:t>[2] genai enterprise playbook (genai_enterprise_playbook.md)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