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 progress every two weeks with the project owner. [1] For a first AI pilot, choose one repeated task and agree on a simple measure of success. [2]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Track results against the agreed starting point, test changes before release, and complete a security review before using production data. [1] Keep a person in the review loop, use approved information, and record where answers come from. [2]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decisions and sources easy to audit. [1] Expand only after the pilot shows clear value. [2]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 progress every two weeks with the project owner. [1] For a first AI pilot, choose one repeated task and agree on a simple measure of success. [2]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Track results against the agreed starting point, test changes before release, and complete a security review before using production data. [1] Keep a person in the review loop, use approved information, and record where answers come from. [2]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>
                <a:latin typeface="Georgi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>
                <a:latin typeface="Calibri"/>
              </a:rPr>
              <a:t>Click to edit Master text styles</a:t>
            </a:r>
          </a:p>
          <a:p>
            <a:pPr lvl="1"/>
            <a:r>
              <a:rPr lang="en-US" smtClean="0">
                <a:latin typeface="Calibri"/>
              </a:rPr>
              <a:t>Second level</a:t>
            </a:r>
          </a:p>
          <a:p>
            <a:pPr lvl="2"/>
            <a:r>
              <a:rPr lang="en-US" smtClean="0">
                <a:latin typeface="Calibri"/>
              </a:rPr>
              <a:t>Third level</a:t>
            </a:r>
          </a:p>
          <a:p>
            <a:pPr lvl="3"/>
            <a:r>
              <a:rPr lang="en-US" smtClean="0">
                <a:latin typeface="Calibri"/>
              </a:rPr>
              <a:t>Fourth level</a:t>
            </a:r>
          </a:p>
          <a:p>
            <a:pPr lvl="4"/>
            <a:r>
              <a:rPr lang="en-US" smtClean="0">
                <a:latin typeface="Calibri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0B2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Latest Generative AI trends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Prepared from the available sources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Review progress every two weeks with the project owner. [1]</a:t>
            </a:r>
          </a:p>
          <a:p>
            <a:r>
              <a:t>For a first AI pilot, choose one repeated task and agree on a simple measure of… [2]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Track results against the agreed starting point, test changes before release, and complete a security review… [1]</a:t>
            </a:r>
          </a:p>
          <a:p>
            <a:r>
              <a:t>Keep a person in the review loop, use approved information, and record where answers come from. [2]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Keep decisions and sources easy to audit. [1]</a:t>
            </a:r>
          </a:p>
          <a:p>
            <a:r>
              <a:t>Expand only after the pilot shows clear value. [2]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Schedule and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Review progress every two weeks with the project owner. [1]</a:t>
            </a:r>
          </a:p>
          <a:p>
            <a:r>
              <a:t>For a first AI pilot, choose one repeated task and agree on a simple measure of… [2]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Track results against the agreed starting point, test changes before release, and complete a security review… [1]</a:t>
            </a:r>
          </a:p>
          <a:p>
            <a:r>
              <a:t>Keep a person in the review loop, use approved information, and record where answers come from. [2]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 6: delivery governance (delivery_governance.md)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Review progress every two weeks with the project owner. [1]</a:t>
            </a:r>
          </a:p>
          <a:p>
            <a:r>
              <a:t>For a first AI pilot, choose one repeated task and agree on a simple… [2]</a:t>
            </a:r>
          </a:p>
          <a:p>
            <a:r>
              <a:t>Track results against the agreed starting point, test changes before release, and complete a… [1]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 7: genai enterprise playbook (genai_enterprise_playbook.md)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Keep a person in the review loop, use approved information, and record where answers… [2]</a:t>
            </a:r>
          </a:p>
          <a:p>
            <a:r>
              <a:t>Keep decisions and sources easy to audit. [1]</a:t>
            </a:r>
          </a:p>
          <a:p>
            <a:r>
              <a:t>Expand only after the pilot shows clear value. [2]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 8: delivery governance (delivery_governance.md)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Review progress every two weeks with the project owner. [1]</a:t>
            </a:r>
          </a:p>
          <a:p>
            <a:r>
              <a:t>For a first AI pilot, choose one repeated task and agree on a simple… [2]</a:t>
            </a:r>
          </a:p>
          <a:p>
            <a:r>
              <a:t>Track results against the agreed starting point, test changes before release, and complete a… [1]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 9: genai enterprise playbook (genai_enterprise_playbook.md)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Keep a person in the review loop, use approved information, and record where answers… [2]</a:t>
            </a:r>
          </a:p>
          <a:p>
            <a:r>
              <a:t>Keep decisions and sources easy to audit. [1]</a:t>
            </a:r>
          </a:p>
          <a:p>
            <a:r>
              <a:t>Expand only after the pilot shows clear value. [2]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 10: delivery governance (delivery_governance.md)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Review progress every two weeks with the project owner. [1]</a:t>
            </a:r>
          </a:p>
          <a:p>
            <a:r>
              <a:t>For a first AI pilot, choose one repeated task and agree on a simple… [2]</a:t>
            </a:r>
          </a:p>
          <a:p>
            <a:r>
              <a:t>Track results against the agreed starting point, test changes before release, and complete a… [1]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200"/>
              <a:t>[1] delivery governance (delivery_governance.md)</a:t>
            </a:r>
          </a:p>
          <a:p>
            <a:r>
              <a:rPr sz="1200"/>
              <a:t>[2] genai enterprise playbook (genai_enterprise_playbook.md)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