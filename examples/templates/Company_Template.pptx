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>
                <a:latin typeface="Georgi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>
                <a:latin typeface="Calibri"/>
              </a:rPr>
              <a:t>Click to edit Master text styles</a:t>
            </a:r>
          </a:p>
          <a:p>
            <a:pPr lvl="1"/>
            <a:r>
              <a:rPr lang="en-US" smtClean="0">
                <a:latin typeface="Calibri"/>
              </a:rPr>
              <a:t>Second level</a:t>
            </a:r>
          </a:p>
          <a:p>
            <a:pPr lvl="2"/>
            <a:r>
              <a:rPr lang="en-US" smtClean="0">
                <a:latin typeface="Calibri"/>
              </a:rPr>
              <a:t>Third level</a:t>
            </a:r>
          </a:p>
          <a:p>
            <a:pPr lvl="3"/>
            <a:r>
              <a:rPr lang="en-US" smtClean="0">
                <a:latin typeface="Calibri"/>
              </a:rPr>
              <a:t>Fourth level</a:t>
            </a:r>
          </a:p>
          <a:p>
            <a:pPr lvl="4"/>
            <a:r>
              <a:rPr lang="en-US" smtClean="0">
                <a:latin typeface="Calibri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Workflow Pilot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Acme Consulting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Practical Path to a Pilot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Discover the opportunity</a:t>
            </a:r>
          </a:p>
          <a:p>
            <a:r>
              <a:t>Build with your teams</a:t>
            </a:r>
          </a:p>
          <a:p>
            <a:r>
              <a:t>Scale what works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